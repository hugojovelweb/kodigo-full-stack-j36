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Hoy vemos qué es TDD, por qué funciona, y luego lo aplicamos en vivo construyendo un validador de contraseñas.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TDD no es "escribir tests". Es una forma de diseñar: primero defino qué debe hacer el código, expresado como una prueba, y solo entonces lo implemento.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corazón de TDD. Ciclos cortos, de pocos minutos. El paso de refactor es el que más se olvida y el que más valor da a largo plazo.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reglas fuerzan pasos diminutos. En la práctica se aplican con criterio, pero sirven para entrenar la disciplina.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prueba debe probar una sola cosa y leerse como una especificación. El nombre de la prueba describe el comportamiento, no la implementación.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tiempo extra al inicio se recupera en menos depuración y en cambios más seguros. Es una inversión, no un costo puro.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 la práctica. Vamos a construir una función validarPassword en TypeScript aplicando el ciclo Rojo-Verde-Refactor, un requisito a la vez. Setup previo: npm i -D typescript jest ts-jest @types/jest y npx ts-jest config:init. Abrir el editor y la terminal con npx jest --watch.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programar, acordamos los ejemplos concretos. Esos ejemplos serán literalmente nuestras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Escribo la prueba antes que el código. Ejecuto y veo rojo. Importante: verificar que falla por la razón correcta, no por un error de sintaxis en la 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Resistir la tentación de implementar todas las reglas de una vez. El código crece solo cuando una prueba lo exige.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Agrego la prueba, la veo fallar (la función devuelve true para 'abcdefgh'), y agrego solo la condición del número. Las dos pruebas en verde.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Mismo patrón: rojo, luego el cambio mínimo. Añadimos también el caso feliz para asegurar que una contraseña correcta se acepta. Ya funciona, pero esa línea empieza a crecer: momento de refactorizar.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pruebas nos dan la red de seguridad para cambiar la estructura del código sin cambiar lo que hace. Ejecutar las pruebas después de cada cambio.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línea de código existe porque una prueba la pidió. Y los nombres de las pruebas se leen como la especificación del validador.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Solo para mencionar: nuestro validador no tenía dependencias, por eso no los necesitamos. En código real, cuando hay servicios externos, estos dobles permiten mantener las pruebas rápidas y aisladas. Mock: verificar interacciones. Spy: observar una función existente. Stub: controlar lo que devuelve una dependencia.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Sugerencia para practicar: katas como FizzBuzz, Bowling Game o String Calculator.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Test Driven Development Conceptos clave y una demo práctica: escribir la prueba primero, el código después. Carlos García · 20/10/2026">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Qué es TDD? Una práctica de desarrollo donde escribes una prueba que falla antes de escribir el código que la hace pasar. Origen Popularizada por Kent Beck a inicios de los 2000, como parte de Extreme Programming. Idea central Las pruebas no verifican al final: guían el diseño desde el inicio. En pasos pequeños Un comportamiento a la vez, con feedback en segundo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El ciclo: Rojo → Verde → Refactor 1 · ROJO Escribe una prueba que falle Describe el siguiente comportamiento deseado. Ejecútala y confirma que falla por la razón correcta. 2 · VERDE Haz que pase con lo mínimo El código más simple que ponga la prueba en verde. Sin adelantarte, sin &quot;por si acaso&quot;. 3 · REFACTOR Mejora el diseño Limpia duplicación y nombres con las pruebas en verde como red de seguridad. Luego, repit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Las tres leyes de TDD 1 No escribes código de producción sin una prueba que falle primero. 2 No escribes más prueba de la necesaria para que falle (no compilar también cuenta como fallo). 3 No escribes más código del necesario para que la prueba pase. Formuladas por Robert C. Martin (&quot;Uncle Bob&quo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Anatomía de una prueba: AAA test( 'suma dos números' , () =&gt; { // Arrange const a = 2, b = 3; // Act const resultado = sumar(a, b); // Assert expect(resultado).toBe(5); }); Arrange · Preparar Los datos y el contexto de la prueba. Act · Actuar Ejecutar el comportamiento a probar. Assert · Verificar Comprobar que el resultado es el esperado.">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Lo que ganas y lo que cuesta Beneficios Menos bugs en producción Refactorizar sin miedo Diseño más simple y desacoplado Las pruebas documentan el comportamiento Feedback inmediato al programar Costos Curva de aprendizaje inicial Más tiempo al arrancar una tarea Requiere disciplina del equipo Difícil en código legado sin pruebas Las pruebas también se mantienen">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DEMO PRÁCTICA Construyamos un validador de contraseñas TypeScript + Jest (ts-jest) · un requisito por ciclo">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Los requisitos Una contraseña es válida si cumple las tres reglas. Cada regla será un ciclo de TDD. CICLO 1 Mínimo 8 caracteres 'abc' → false CICLO 2 Al menos un número 'abcdefgh' → false CICLO 3 Al menos una mayúscula 'abcdefg1' → false 'Segura123' → true ✓">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ROJO Ciclo 1 · Primero, la prueba password.test.ts import { validarPassword } from './password' ; test( 'rechaza menos de 8 caracteres' , () =&gt; { expect(validarPassword( 'abc' )).toBe(false); }); $ npx jest FAIL password.test.ts TS2307: Cannot find module './password' Falla porque la función aún no existe. Es el fallo esperado : ahora sabemos qué construir.">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VERDE Ciclo 1 · El código mínimo password.ts export function validarPassword(pwd: string ): boolean { return pwd.length &gt;= 8; } $ npx jest PASS password.test.ts ✓ rechaza menos de 8 caracteres Tests: 1 passed Solo lo necesario para pasar. Nada de números ni mayúsculas todavía : ninguna prueba los pid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lide 11" descr="ROJO VERDE Ciclo 2 · Debe tener un número password.test.ts · nueva prueba → falla (recibe true) test( 'exige al menos un número' , () =&gt; { expect(validarPassword( 'abcdefgh' )).toBe(false); }); password.ts · cambio mínimo → todo en verde export function validarPassword(pwd: string ): boolean { return pwd.length &gt;= 8 &amp;&amp; /\d/.test(pwd) ; } La prueba del ciclo 1 sigue pasando: no rompimos nada .">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lide 12" descr="ROJO VERDE Ciclo 3 · Debe tener una mayúscula password.test.ts · dos pruebas nuevas test( 'exige al menos una mayúscula' , () =&gt; { expect(validarPassword( 'abcdefg1' )).toBe(false); }); test( 'acepta una contraseña válida' , () =&gt; { expect(validarPassword( 'Segura123' )).toBe(true); }); password.ts return pwd.length &gt;= 8 &amp;&amp; /\d/.test(pwd) &amp;&amp; /[A-Z]/.test(pwd) ;">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lide 13" descr="REFACTOR Mejorar el diseño, sin miedo password.ts type Regla = (p: string ) =&gt; boolean ; const reglas: Regla [] = [ (p) =&gt; p.length &gt;= 8, (p) =&gt; /\d/.test(p), (p) =&gt; /[A-Z]/.test(p), ]; export const validarPassword = (p: string ): boolean =&gt; reglas.every((regla) =&gt; regla(p)); Reglas como datos El tipo Regla define el contrato; agregar una nueva es una línea más. Comportamiento igual Las 4 pruebas siguen en verde: el refactor es seguro.">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Slide 14" descr="VERDE Resultado final $ npx jest PASS password.test.ts ✓ rechaza menos de 8 caracteres ✓ exige al menos un número ✓ exige al menos una mayúscula ✓ acepta una contraseña válida Tests: 4 passed, 4 total 4 pruebas que documentan el comportamiento 3 ciclos Rojo → Verde, más un refactor">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Slide 15" descr="Siguiente paso: dobles de prueba en Jest Cuando el código depende de algo externo (una API, la base de datos, el reloj), lo reemplazamos en la prueba. Mock Función falsa que registra cómo fue llamada, para verificarlo después. jest.fn() Spy Observa una función real sin reemplazarla (aunque puede hacerlo). jest.spyOn(obj, 'metodo') Stub Devuelve una respuesta fija para controlar el escenario de la prueba. jest.fn() .mockReturnValue(tru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Slide 16" descr="Para llevarse 01 La prueba primero: define el &quot;qué&quot; antes del &quot;cómo&quot;. 02 Pasos pequeños: un comportamiento por ciclo. 03 No te saltes el refactor: ahí está el buen diseño. ¿Pregunta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TDD: Test Driven Development</dc:title>
  <dc:subject/>
  <dc:creator/>
  <cp:lastModifiedBy/>
  <cp:revision>1</cp:revision>
  <dcterms:created xsi:type="dcterms:W3CDTF">2026-10-20T23:59:43Z</dcterms:created>
  <dcterms:modified xsi:type="dcterms:W3CDTF">2026-10-20T23:59:43Z</dcterms:modified>
</cp:coreProperties>
</file>